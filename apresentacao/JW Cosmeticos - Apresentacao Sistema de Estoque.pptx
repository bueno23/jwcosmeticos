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880360"/>
            <a:ext cx="10360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latin typeface="Calibri"/>
              </a:rPr>
              <a:t>Sistema de Controle de Estoque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9B29F"/>
                </a:solidFill>
                <a:latin typeface="Calibri"/>
              </a:rPr>
              <a:t>Exemplo real em operação — JW Cosméticos Multimarcas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254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latin typeface="Calibri"/>
              </a:rPr>
              <a:t>Uma solução simples, personalizada e sob medida para o seu negócio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A8D3F3A-EFFA-3D46-BF65-B3E5736D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76" y="-1490598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O desafio de controlar o estoque na correria do dia a 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Planilhas soltas ou controle de cabeça, sujeitos a erro e esquecimento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Produtos vencendo sem ninguém perceber a tempo — prejuízo direto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Falta de visão clara de quando repor um produto antes que ele acabe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Dificuldade em saber, na hora, quanto vale o estoque parado na loja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Sistemas prontos do mercado cobram mensalidade alta para um negócio pequeno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57AB1A-C537-2AA8-D9EE-234865C97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A solução: um sistema simples, feito sob medida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Cadastro completo de produtos, com preço de custo, venda e estoque mínimo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Controle de entrada e saída, com data de validade por lote — essencial para cosméticos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Alertas automáticos de estoque baixo e produtos próximos do vencimento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Relatórios de valor em estoque e exportação para Excel/CSV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Identidade visual 100% personalizada com a marca do cliente (cores e logotipo)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Roda direto no computador da loja — sem mensalidade de servidor obrigatória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3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AF73AC5-0892-E12B-9FBA-DEDFFBD5A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Dashboard — visão geral em um só lugar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A primeira tela ao abrir o sistema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Quantidade de produtos ativos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Valor total investido em estoque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Alertas de estoque baixo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Alertas de produtos vencendo em até 30 dias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Tudo visível sem precisar navegar por menus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4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2F1599-6A72-78FA-151D-721E58B3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Produtos — cadastro e consulta rápida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Produtos</a:t>
            </a:r>
          </a:p>
        </p:txBody>
      </p:sp>
      <p:pic>
        <p:nvPicPr>
          <p:cNvPr id="6" name="Picture 5" descr="02_prod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Busca por nome, categoria, marca ou código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Cadastro de preço de custo, venda e estoque mínimo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Ativar/desativar produtos sem perder o histórico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Edição rápida direto na lista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631C97-CA6D-EB0A-E7FB-CC52066E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Cadastro de novo produto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Produtos · + Novo produto</a:t>
            </a:r>
          </a:p>
        </p:txBody>
      </p:sp>
      <p:pic>
        <p:nvPicPr>
          <p:cNvPr id="6" name="Picture 5" descr="03_produtos_novo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Formulário simples e direto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Apenas o nome é obrigatório — o resto é opcional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Validação automática de preços e quantidades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Pensado para ser preenchido em segundos, no balcão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7BA7F0-3001-470B-24C0-6391F0FC8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Movimentações — Entrada e Saída de estoque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Movimentações</a:t>
            </a:r>
          </a:p>
        </p:txBody>
      </p:sp>
      <p:pic>
        <p:nvPicPr>
          <p:cNvPr id="6" name="Picture 5" descr="04_movimentacoes_ent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77840" cy="34861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691640"/>
            <a:ext cx="5577840" cy="348615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_movimentacoes_sa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577840" cy="3486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1691640"/>
            <a:ext cx="5577840" cy="348615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Entrada registra a validade de cada lote recebido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Saída pede o motivo (venda, perda, vencido ou ajuste) e desconta automaticamente do lote mais próximo do vencimento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7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91B259-7601-2408-EA02-359A3B5EA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98" y="6271782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Movimentações — Histórico completo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Movimentações · Histórico</a:t>
            </a:r>
          </a:p>
        </p:txBody>
      </p:sp>
      <p:pic>
        <p:nvPicPr>
          <p:cNvPr id="6" name="Picture 5" descr="06_movimentacoes_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Todo o histórico de entradas e saídas, sempre disponível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Filtro por tipo de movimentação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Rastreabilidade total: dá pra conferir qualquer venda ou reposição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8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AB2FE3-6AD3-68E1-E341-93AA6B9E7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Relatórios — decisões com base em números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Menu lateral · Relatórios</a:t>
            </a:r>
          </a:p>
        </p:txBody>
      </p:sp>
      <p:pic>
        <p:nvPicPr>
          <p:cNvPr id="6" name="Picture 5" descr="07_relato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94944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6949440" cy="4343400"/>
          </a:xfrm>
          <a:prstGeom prst="rect">
            <a:avLst/>
          </a:prstGeom>
          <a:noFill/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Valor total do estoque, por custo e por venda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Produtos com estoque baixo destacados automaticamente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33312C"/>
                </a:solidFill>
                <a:latin typeface="Calibri"/>
              </a:rPr>
              <a:t>—  Exportação para CSV/Excel com um clique — útil para backup e contador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9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271600-3B69-007B-2250-4B5CD80C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latin typeface="Calibri"/>
              </a:rPr>
              <a:t>Sua marca, do seu jeito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0584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2256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latin typeface="Calibri"/>
              </a:rPr>
              <a:t>—  Logotipo do seu negócio no menu lateral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latin typeface="Calibri"/>
              </a:rPr>
              <a:t>—  Paleta de cores do sistema inteiro ajustada à identidade da marca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latin typeface="Calibri"/>
              </a:rPr>
              <a:t>—  Nome da empresa em destaque na barra superior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latin typeface="Calibri"/>
              </a:rPr>
              <a:t>—  O exemplo desta apresentação é a JW Cosméticos Multimarcas — o mesmo sistema pode vestir a cara de qualquer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B29F"/>
                </a:solidFill>
                <a:latin typeface="Calibri"/>
              </a:rPr>
              <a:t>10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BEE5D6-5900-362C-3C27-E5259A2D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Simples por fora, sólido por dentro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1040" y="1393928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Instalado direto no computador da loja — funciona sem internet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Os dados ficam salvos só no seu computador, com backup fácil (exportação em CSV)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Sem mensalidade obrigatória de servidor ou nuvem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Abre em qualquer navegador (Chrome, Safari, Edge) — sem curva de aprendizado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800">
                <a:solidFill>
                  <a:srgbClr val="33312C"/>
                </a:solidFill>
                <a:latin typeface="Calibri"/>
              </a:rPr>
              <a:t>—  Pronto para crescer: pode evoluir para versão em nuvem ou multiusuário quando o negócio precisar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11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A285BB-C794-B422-B9D8-11AFC50C6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3312C"/>
                </a:solidFill>
                <a:latin typeface="Calibri"/>
              </a:rPr>
              <a:t>Investimento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7A7263"/>
                </a:solidFill>
                <a:latin typeface="Calibri"/>
              </a:rPr>
              <a:t>Proposta para negócios de pequeno 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12C"/>
                </a:solidFill>
                <a:latin typeface="Calibri"/>
              </a:rPr>
              <a:t>ESSENCIAL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3312C"/>
                </a:solidFill>
                <a:latin typeface="Calibri"/>
              </a:rPr>
              <a:t>R$ 697 a R$ 997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3"/>
                </a:solidFill>
                <a:latin typeface="Calibri"/>
              </a:rPr>
              <a:t>pagamento único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Instalação e configuração completa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Personalização visual (cores e logotipo)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Cadastro assistido dos produtos iniciais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1 sessão de treinamento (~1h)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30 dias de suporte incluso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383280" cy="4297680"/>
          </a:xfrm>
          <a:prstGeom prst="rect">
            <a:avLst/>
          </a:prstGeom>
          <a:solidFill>
            <a:srgbClr val="1C1A15"/>
          </a:solidFill>
          <a:ln w="19050">
            <a:solidFill>
              <a:srgbClr val="AB9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8C48B"/>
                </a:solidFill>
                <a:latin typeface="Calibri"/>
              </a:rPr>
              <a:t>ESSENCIAL + SUPORTE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842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3EC"/>
                </a:solidFill>
                <a:latin typeface="Calibri"/>
              </a:rPr>
              <a:t>Setup + R$ 49 a R$ 89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41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B29F"/>
                </a:solidFill>
                <a:latin typeface="Calibri"/>
              </a:rPr>
              <a:t>por 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8892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B9B29F"/>
                </a:solidFill>
                <a:latin typeface="Calibri"/>
              </a:rPr>
              <a:t>•  Tudo do plano Essencial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B9B29F"/>
                </a:solidFill>
                <a:latin typeface="Calibri"/>
              </a:rPr>
              <a:t>•  Suporte contínuo por WhatsApp/e-mail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B9B29F"/>
                </a:solidFill>
                <a:latin typeface="Calibri"/>
              </a:rPr>
              <a:t>•  Pequenos ajustes e melhorias sob demanda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B9B29F"/>
                </a:solidFill>
                <a:latin typeface="Calibri"/>
              </a:rPr>
              <a:t>•  Orientação de backup e boas práticas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B9B29F"/>
                </a:solidFill>
                <a:latin typeface="Calibri"/>
              </a:rPr>
              <a:t>•  Recomendado para quem quer tranquilidade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312C"/>
                </a:solidFill>
                <a:latin typeface="Calibri"/>
              </a:rPr>
              <a:t>SOB CONSULTA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842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3312C"/>
                </a:solidFill>
                <a:latin typeface="Calibri"/>
              </a:rPr>
              <a:t>Orçamento à parte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441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A7263"/>
                </a:solidFill>
                <a:latin typeface="Calibri"/>
              </a:rPr>
              <a:t>conforme escopo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8892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Empacotar como aplicativo (ícone, sem terminal)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Importação de estoque existente (planilha)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Leitor de código de barras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Acesso multiusuário / em rede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150">
                <a:solidFill>
                  <a:srgbClr val="7A7263"/>
                </a:solidFill>
                <a:latin typeface="Calibri"/>
              </a:rPr>
              <a:t>•  Emissão de nota fiscal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A7263"/>
                </a:solidFill>
                <a:latin typeface="Calibri"/>
              </a:rPr>
              <a:t>12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4F04403-0A5C-9209-0D56-299EBEA9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latin typeface="Calibri"/>
              </a:rPr>
              <a:t>Vamos começar?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1005840" cy="38100"/>
          </a:xfrm>
          <a:prstGeom prst="rect">
            <a:avLst/>
          </a:prstGeom>
          <a:solidFill>
            <a:srgbClr val="AB9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2274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latin typeface="Calibri"/>
              </a:rPr>
              <a:t>—  1. Conversa rápida para entender o seu negócio e seus produtos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latin typeface="Calibri"/>
              </a:rPr>
              <a:t>—  2. Personalização do sistema com a sua marca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latin typeface="Calibri"/>
              </a:rPr>
              <a:t>—  3. Instalação e treinamento no seu ritmo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900">
                <a:latin typeface="Calibri"/>
              </a:rPr>
              <a:t>—  4. Suporte para os primeiros passos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B29F"/>
                </a:solidFill>
                <a:latin typeface="Calibri"/>
              </a:rPr>
              <a:t>13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102089-4766-7677-E6CB-D1BB8CC80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72" y="6270196"/>
            <a:ext cx="727552" cy="72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783</Words>
  <Application>Microsoft Macintosh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Kaio Ferraz Bueno</cp:lastModifiedBy>
  <cp:revision>2</cp:revision>
  <dcterms:created xsi:type="dcterms:W3CDTF">2013-01-27T09:14:16Z</dcterms:created>
  <dcterms:modified xsi:type="dcterms:W3CDTF">2026-09-21T14:49:06Z</dcterms:modified>
  <cp:category/>
</cp:coreProperties>
</file>